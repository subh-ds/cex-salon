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86F78"/>
                </a:solidFill>
                <a:latin typeface="Calibri"/>
              </a:rPr>
              <a:t>SALON SERVICE BOOKING  &amp;  LOYALTY PLATFORM  •  ENGINEERING DESIGN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6858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3B2038"/>
                </a:solidFill>
                <a:latin typeface="Georgia"/>
              </a:rPr>
              <a:t>The Blush Studio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756C70"/>
                </a:solidFill>
                <a:latin typeface="Georgia"/>
              </a:rPr>
              <a:t>One platform. One seamless salon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11D20"/>
                </a:solidFill>
                <a:latin typeface="Calibri"/>
              </a:rPr>
              <a:t>Discover  →  Book  →  Pay  →  Experience  →  Earn  →  Redeem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6858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11D20"/>
                </a:solidFill>
                <a:latin typeface="Calibri"/>
              </a:rPr>
              <a:t>Presented by Subhankar Das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756C70"/>
                </a:solidFill>
                <a:latin typeface="Calibri"/>
              </a:rPr>
              <a:t>B.Tech – Computer Science &amp; Engineering, Centurion University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56C70"/>
                </a:solidFill>
                <a:latin typeface="Calibri"/>
              </a:rPr>
              <a:t>Full-stack product engineering project  •  React + FastAPI +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457200"/>
            <a:ext cx="3291840" cy="5943600"/>
          </a:xfrm>
          <a:prstGeom prst="rect">
            <a:avLst/>
          </a:prstGeom>
          <a:solidFill>
            <a:srgbClr val="3B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86F78"/>
                </a:solidFill>
                <a:latin typeface="Calibri"/>
              </a:rPr>
              <a:t>STACK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React 18.3 + TypeScript 5.5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Vite 5 + Tailwind 3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FastAPI 0.116 + SQLAlchemy 2.0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PostgreSQL / SQLite + Alembic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JWT + bcrypt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47 backend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6F78"/>
                </a:solidFill>
                <a:latin typeface="Calibri"/>
              </a:rPr>
              <a:t>02  • 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2038"/>
                </a:solidFill>
                <a:latin typeface="Georgia"/>
              </a:rPr>
              <a:t>One Journey, Three Consoles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E7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Full-stack platform for the salon visit: discover → book → pay → experience → earn → redeem.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Six-step booking wizard: service → expert → date → time → review → payment, with live availability.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Customer app: visits, Glow Points, rewards, reviews, history.  Staff console: schedule, availability, blocks, completions, guest notes.  Admin console: catalogue, rewards, customers, reviews, analytics.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Loyalty engine: 1 pt/₹10, +50 per review; tiers Seed 0 / Bloom 500 / Flourish 1500 / Radiance 4000; GLOW-XXX redeem codes.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Simulated checkout (UPI, Luhn-validated card, cash): safe demo — nothing stored, no real money.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6F78"/>
                </a:solidFill>
                <a:latin typeface="Calibri"/>
              </a:rPr>
              <a:t>03  •  PROBLEM &amp;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2038"/>
                </a:solidFill>
                <a:latin typeface="Georgia"/>
              </a:rPr>
              <a:t>Fragmentation on Both Sides of the Chair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E7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Customers: availability uncertainty, manual/phone booking, no appointment history, split cash-first payments, no reward tracking.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Salon: manual diary, double-booking conflicts, customer data scattered across conversations, money tracked by hand, loyalty run from memory.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Consequence: lost rebookings, unmeasured demand, zero retention signal for owners.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Approach: one connected lifecycle — Customer → Booking → Payment → Visit → Loyalty → Retention.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Leads to FR-01…FR-11 plus six non-functional requirements (slide 8). Only domain-observed pains; nothing speculative.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6F78"/>
                </a:solidFill>
                <a:latin typeface="Calibri"/>
              </a:rPr>
              <a:t>04  •  STAKEHOLDERS &amp;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2038"/>
                </a:solidFill>
                <a:latin typeface="Georgia"/>
              </a:rPr>
              <a:t>Who Acts, How They Move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E7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CUSTOMER: discover services, pick professionals, book, pay, cancel/reschedule, earn points, redeem rewards, submit reviews.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STAFF: weekly availability, time-off blocks, own appointments, status transitions, guest notes, personal analytics.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ADMIN: service catalogue, rewards, customers, bookings monitor, review feedback, operational analytics.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Guards: RequireAuth + RequireRole(customer, staff, admin); uniform 401/403 JSON envelope on every API.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Journey: Discover → Select → Schedule → Review → Pay → Visit → Earn → Redeem → Return.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System actors: FastAPI backend, relational DB, mock payment service, JWT auth. Notifications / chatbot / multi-branch: absent (stated).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6F78"/>
                </a:solidFill>
                <a:latin typeface="Calibri"/>
              </a:rPr>
              <a:t>05  •  LOYALTY &amp; REWARD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2038"/>
                </a:solidFill>
                <a:latin typeface="Georgia"/>
              </a:rPr>
              <a:t>The Retention Engine, Honestly Labelled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E7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3B20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Lifetime earnings</a:t>
                      </a:r>
                    </a:p>
                  </a:txBody>
                  <a:tcPr>
                    <a:solidFill>
                      <a:srgbClr val="3B20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Bloom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Flourish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Radiance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4,000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0" y="1737360"/>
            <a:ext cx="576072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Earn floor(Amount / ₹10) per completed visit, credited idempotently per booking reference.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Review bonus +50, idempotent per review; completed visits only.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Referral +200 exists as a code constant but no flow uses it — parked, not claimed.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Flow: balance → tier progress → reward discovery → redeem dialog → GLOW-XXX code.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Short balance: requirement shown with earn path; nothing deducted (422 INSUFFICIENT_POINTS).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Redeem checks balance + stock, decrements atomically, flips card to Redeemed.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6F78"/>
                </a:solidFill>
                <a:latin typeface="Calibri"/>
              </a:rPr>
              <a:t>06  •  BOOKING &amp; PAYMENT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2038"/>
                </a:solidFill>
                <a:latin typeface="Georgia"/>
              </a:rPr>
              <a:t>Six Steps In, Confirmed Booking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E7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Wizard 01 Service → 02 Expert (filtered by service) → 03 Date → 04 live 30-minute Time slots → 05 Review (sticky summary) → 06 Payment.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UPI: ID regex + Verify → verified chip → Pay; Scan &amp; Pay demo QR; GPay/PhonePe/Paytm/BHIM text buttons (no logos).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Card: live brand preview (Visa/MC/Amex/RuPay), 4-digit grouping, Luhn + expiry + CVV validation, show/hide CVV; submit blocked until valid.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Cash: amount-due panel, no card/UPI fields; success shows real reservation number and “Total due at salon”.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Coupons BLUSH100 (flat ₹100) / WELCOME20 (20%) validated server-side; only {booking_id, coupon_code} is posted — card/UPI data never leaves the page.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States: processing overlay (~2 s) → success card (amount, booking ID, txn, Add-to-calendar) → failure card (Try again keeps data, Change method).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6F78"/>
                </a:solidFill>
                <a:latin typeface="Calibri"/>
              </a:rPr>
              <a:t>07  •  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2038"/>
                </a:solidFill>
                <a:latin typeface="Georgia"/>
              </a:rPr>
              <a:t>Eleven Requirements, All Implemented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E7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291840"/>
                <a:gridCol w="6583680"/>
              </a:tblGrid>
              <a:tr h="152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3B20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>
                    <a:solidFill>
                      <a:srgbClr val="3B20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>
                    <a:solidFill>
                      <a:srgbClr val="3B203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FR-01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JWT 15-min access + rotating 7-day refresh, bcrypt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FR-02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Service discovery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Catalogue + categories + professionals API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FR-03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30-min grid from hours, bookings, blocks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FR-04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Appointment booking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Validated create, SND-000123 numbering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FR-05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UPI / card / cash UI, mock provider, ALREADY_PAID 409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FR-06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Cancel / reschedule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Eligibility gates per status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FR-07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Lifecycle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Pending → Confirmed → In Progress → Completed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FR-08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Loyalty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1 pt/₹10, +50 review, idempotent ledger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FR-09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Redemption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Balance + stock checks, GLOW-XXX codes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FR-10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Reviews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Completed visits only, one per booking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FR-11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Staff &amp; admin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11D20"/>
                          </a:solidFill>
                          <a:latin typeface="Calibri"/>
                        </a:rPr>
                        <a:t>Dedicated consoles + analytics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6F78"/>
                </a:solidFill>
                <a:latin typeface="Calibri"/>
              </a:rPr>
              <a:t>08  •  END-TO-END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2038"/>
                </a:solidFill>
                <a:latin typeface="Georgia"/>
              </a:rPr>
              <a:t>The System on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E7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Login (JWT) → browse → service → expert → date → time → availability over 30-min grid (busy items, blocks, working hours; past slots marked taken).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◆ Gate: conflict → 409 BOOKING_CONFLICT → reselect; outside hours → 422; blocked staff → 409.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Create SND-000123 appointment (pending items + history row) → booking summary with coupon preview.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Checkout (UPI/card/cash) → server-side coupon math → net charge → pending flips to Confirmed; failure retries with booking intact.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Staff chain Confirmed → In Progress → Completed → idempotent loyalty credit → tier update.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◆ Gate: eligible → redeem GLOW code; else hold balance → rebook loop closes the journey.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6F78"/>
                </a:solidFill>
                <a:latin typeface="Calibri"/>
              </a:rPr>
              <a:t>09  •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2038"/>
                </a:solidFill>
                <a:latin typeface="Georgia"/>
              </a:rPr>
              <a:t>Versions, Guards, Honest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E7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Client: React 18.3, TS strict, Vite 5, Tailwind 3, Router v6, TanStack Query v5 (server cache + invalidation on mutations).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API: /api/v1 routers per domain (auth, catalog, availability, bookings, loyalty, payments, reviews, transitions, admin); Pydantic v2 validation; uniform success/error envelope; 401/403 guards.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Services: booking (slot builder + SND sequencing), payments mock (server math), loyalty (idempotent credits), reviews (+50 bonus), transitions (state machine).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Data: PostgreSQL via asyncpg; SQLite via aiosqlite for local dev; Alembic 0001 + conditional 0003 (coupons); batched reads, no N+1.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Auth edge: single-flight token refresh on 401 with pair rotation; non-dev boot refuses default JWT secret.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Externals: payment simulated; notifications/chatbot absent; local Vite + uvicorn run — no hosting or CI (stated).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6F78"/>
                </a:solidFill>
                <a:latin typeface="Calibri"/>
              </a:rPr>
              <a:t>10  •  DATABASE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2038"/>
                </a:solidFill>
                <a:latin typeface="Georgia"/>
              </a:rPr>
              <a:t>Integrity by Constraint, Security by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E7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211D20"/>
                </a:solidFill>
                <a:latin typeface="Calibri"/>
              </a:rPr>
              <a:t>24 tables: identity (users, customer/staff profiles) · salon (salons, branches, categories, services, staff_services, availability, blocks) · bookings (bookings +coupon, items, status_history, payments, number_seq) · loyalty (accounts, tiers, transactions, rewards, redemptions, reviews; referrals/notifications/offers unused — stated).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211D20"/>
                </a:solidFill>
                <a:latin typeface="Calibri"/>
              </a:rPr>
              <a:t>Relations are FK columns; no ORM relationships declared. Integrity: SND sequence row; unique (staff_id, start_time); one payment and one review per booking; unique GLOW codes; idempotent ledger references.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211D20"/>
                </a:solidFill>
                <a:latin typeface="Calibri"/>
              </a:rPr>
              <a:t>States enforced server-side: appointment Pending→Confirmed→Completed | Cancelled (no-show terminal); payment Pending→Successful|Failed; loyalty Earned→Updated→Eligible→Redeemed.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211D20"/>
                </a:solidFill>
                <a:latin typeface="Calibri"/>
              </a:rPr>
              <a:t>Validation: inputs, slots, staff-service fit, payments, coupons, balances, reviews. Envelope on every endpoint: 401 auth · 403 authorization · 404 missing · 409 conflict (BOOKING_CONFLICT, ALREADY_PAID, REVIEW_EXISTS) · 422 validation (incl. INVALID_COUPON, INSUFFICIENT_POINTS).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6F78"/>
                </a:solidFill>
                <a:latin typeface="Calibri"/>
              </a:rPr>
              <a:t>11  •  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2038"/>
                </a:solidFill>
                <a:latin typeface="Georgia"/>
              </a:rPr>
              <a:t>Measured Proof, Not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E7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47 pytest tests over ASGI httpx — ALL PASSING: envelope shapes (401/403/422), coupon math/apply/reject, role gates (incl. staff-cannot-review), status gates (pay-completed blocked, cross-user 403), idempotency (points retry, review bonus), loyalty accrual + tiers, redemption (short-balance 422, code issued), reviews, transitions, staff isolation, analytics, availability/blocks roundtrips, serialization.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Unit: loyalty math and tier thresholds in isolation (test_loyalty.py).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Gates on every change: tsc --noEmit + vite build (frontend) · pytest (backend).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Manual: full customer/staff journeys, responsive layouts, error copy. No UI automation — stated plainly.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211D20"/>
                </a:solidFill>
                <a:latin typeface="Calibri"/>
              </a:rPr>
              <a:t>Findings: server owns money math; idempotency prevents replays; one envelope unifies all errors; parked referral and absent notifications documented, not hidden.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6F78"/>
                </a:solidFill>
                <a:latin typeface="Calibri"/>
              </a:rPr>
              <a:t>12  •  OUTCOME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B2038"/>
                </a:solidFill>
                <a:latin typeface="Georgia"/>
              </a:rPr>
              <a:t>Done, Proven,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E7D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SHIPPED: 6-step booking wizard · simulated UPI/card/cash checkout with server coupons · loyalty engine (points, tiers, codes, ledger) · staff + admin consoles · 47 green tests · strict gates.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PROPOSED (never as done): reminders, advanced scheduling, realtime notifications, analytics depth, recommendations/offers, multi-branch, per-branch RBAC, observability + logging, CI pipeline, mobile app.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The Blush Studio — One platform. One seamless salon journey.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Discover → Book → Pay → Experience → Earn → Redeem.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>
                <a:solidFill>
                  <a:srgbClr val="211D20"/>
                </a:solidFill>
                <a:latin typeface="Calibri"/>
              </a:rPr>
              <a:t>Presented by Subhankar 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